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회차! 7주의 여정을 짧게 돌아보며 뭉클하게 열어요.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흐름(테스트→리허설→발표→시상)을 안내하고, 발표 순서를 추첨해요.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팀을 맞바꿔 앉게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'만든 사람은 함정을 못 본다'는 원리를 설명해요. 실제 기업의 QA와 같은 과정임을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시나리오 카드(정상·짓궂은·데이터 확인)로 교차 테스트를 진행해요. 관찰 기록이 핵심!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발견된 오류의 수리 범위를 정하게 해요. '큰 수술은 발표에서 개선 계획으로 말하는 게 더 멋있다!'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'잘 만든 것과 잘 보여주는 것은 다른 기술'임을 소개해요.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5단계 구조를 설명해요. 특히 ④ 우회와 배움이 감점이 아니라 가점 포인트임을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리허설 2회와 백업 영상 촬영을 진행해요. 시연 실패 대응 멘트까지 연습!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부스 세팅을 확정하고 사진으로 남기게 해요. 본 발표 세팅이 3분 만에 끝나요.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발표 규칙(5+4+2분)과 타이머 운영을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기준을 함께 읽어요. 과정 40점의 의미 — 화려함보다 이해와 성장을 본다는 것!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듣는 팀의 역할(상호평가지·질문 1개)을 안내해요. '왜 그렇게 설계했나요?'가 좋은 질문의 예!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남은 팀 발표를 진행해요.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성찰 3문항을 작성하게 해요. 조용한 음악과 함께 10분 — 이 답이 다음 기수의 교재가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방향 4갈래를 소개하며 '끝이 아니라 시작할 수 있게 된 것'임을 전해요.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시상과 수료를 진행해요. 모든 팀이 상을 받는 이유(완주 자체가 자격)를 전하며 따뜻하게 마무리!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 키트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/ 7회 · 최종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증명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써도 되는 시스템일까요 — 테스트로 다듬고, 발표로 증명해요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사용성 테스트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준비 · 리허설 · 백업 영상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시연 ①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② · 성찰 · 시상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· 리허설 · 최종 발표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팀의 시선으로 우리 시스템의 약점을 찾아 보완해요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정의부터 확장 계획까지, 5단계 구조로 발표를 완성해요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동료의 프로젝트를 기준을 갖고 평가하고, 나의 7주를 성찰해요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테스트 (옆 팀 시스템을 시나리오 카드로 사용) · 오류 보완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완성 · 시연 리허설 2회 · 백업 영상 촬영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1~3팀 발표 (발표 5분 + 시연 4분 + 질의 2분)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4~5팀 발표 · 상호평가 집계 · 성찰 · 시상 · 수료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사용성 테스트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사람은 자기 시스템의 함정을 보지 못해요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'남'이 테스트해야 할까요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테스트의 맹점 — 나는 무의식적으로 '되는 길'로만 다녀요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사람의 사용법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순서로, 조심스럽게, 될 만한 것만 눌러요 — 버그가 숨을 곳이 많아요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쓰는 사람의 사용법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없이 아무거나, 연달아, 이상한 순서로 눌러요 — 진짜 사용 환경이에요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오늘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팀을 맞바꿔 옆 팀 시스템을 사용해 봐요 — 실제 기업의 'QA·베타테스트' 과정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테스트 시나리오 카드 실행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시나리오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문구만 보고 기본 기능 사용 — 설명 없이 가능했나요?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짓궂은 시나리오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연타 · 뒤로 가기 · 순서 바꿔 누르기 — 시스템이 버티나요?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확인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행동이 시트에 정확히 남았나요? 중복·누락은 없나요?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머뭇거린 지점 = 개선 포인트. '어디서 3초 이상 멈췄나'를 적어요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기록 양식 : [언제] [무엇을 했더니] [무엇이 일어났다] [기대한 것은] — 이 4칸이 채워져야 고칠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발견된 오류, 어디까지 고칠까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 수리의 원칙 : 작게, 안전하게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고쳐요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오타 · 안내 문구 · 알림 타이밍 등 화면 수준의 작은 수리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고치지 않아요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건드리는 큰 수술 — 발표에서 '발견된 한계와 개선 계획'으로 말하는 게 더 멋있어요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수리 후 핵심 시나리오 재테스트에 10분 이상 걸릴 것 같으면 건드리지 않아요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준비와 리허설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만든 것과 잘 보여주는 것은 다른 기술이에요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— 5단계 스토리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자랑이 아니라 '문제 해결 이야기'를 들려줘요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1523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3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 정의 (1장)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학교의 어떤 불편함에서 출발했나 — 사진 한 장이면 최고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428646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1884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05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2008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우리의 설계 (1~2장)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849270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구조도 + 구조 B를 선택한 이유 (4회차 비교표가 근거!)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5965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467405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시연 (실물 4분)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3796589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폰→장치→시트 순서로 — 발표의 심장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323283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3478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9519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14723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우회와 배움 (1장)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4743907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'RFID 대신 웹 버튼을 쓴 이유' — 제약을 설계로 푼 이야기는 감점이 아니라 가점!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270602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60797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42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36204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데이터와 확장 (1장)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17320" y="5691226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데이터·통계 보여주기 + '한 달 더 있다면?' 확장 계획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배분 : 발표 5분 + 시연 4분 + 질의 2분. 리허설로 시간을 실측하지 않으면 반드시 초과해요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무대에서 배신하지 않게 하려면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최소 2회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 : 흐름 점검 / 2회차 : 시간 재기 + 역할(조작·해설) 확정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영상 촬영 (전 팀 의무)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지금 모습을 폰으로 녹화 — 무대 위 WiFi는 언제나 배신할 수 있어요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환경 점검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핫스팟 연결 확인 · 보드 전원 · 폰 화면 미러링(또는 카메라로 비추기) 리허설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대응 시나리오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멈추면 → 침착하게 '준비한 영상으로 보여드리겠습니다' — 이것도 실력이에요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자리 — 우리 팀 발표 부스 세팅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때 확정한 배치를 사진으로 남기면, 본 발표 세팅이 3분 만에 끝나요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배치도 확정 : 보드·폰 거치대·노트북 위치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청중이 장치 반응을 볼 수 있는 각도로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공유 방법 리허설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미러링 또는 서브 카메라로 비추기 — 실제로 해 보고 결정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최종 점검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핫스팟 이름·비번, ESP32 자동 재접속 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영상 파일 위치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폰과 노트북 양쪽에 저장 — 열어서 재생까지 테스트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세팅을 촬영해 이 자리에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당일 아침, 이 사진대로 재현하면 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부스 세팅 사진 — 장비 배치 전경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공유 상태(미러링/카메라) 확인 컷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리허설 2회 중 1회는 '처음 보는 사람'(다른 팀원) 앞에서 — 아는 사람 앞 리허설은 반쪽짜리예요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동안 쌓아 올린 것을 15분에 담아요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— 무엇을 보나요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화려함보다 '과정과 이해'를 봐요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21792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세부 기준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배점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 (40)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문서의 구체성 · 진행 기록 · 역할 수행 · 문제 해결 과정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 (40)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 완성도(엔드 투 엔드) · 데이터 기록과 통계 · 안정성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 (20)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5단계 구성 · 시연 성공(영상 대체 인정) · 질의 응답 · 시간 준수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 전략은 감점 요소가 아니에요 — '제약 조건을 설계로 해결한 능력'으로 오히려 평가에 반영돼요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팀의 역할 — 상호평가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평가자가 되어 보면 내 프로젝트도 다시 보여요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상호평가지 작성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발표마다 : 가장 인상적인 점 1 · 궁금한 점 1 · 별점(완성도/발표력)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규칙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팀당 최소 1개 질문 — '왜 그렇게 설계했나요?'류의 과정 질문이 좋은 질문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집계와 시상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평가 + 상호평가 합산 → 최우수 · 아이디어상 · 끈기상 · 데이터상 · 협업상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팀이 하나 이상의 상을 받아요 — 7주를 완주한 것 자체가 이미 수상 자격이에요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성찰과 다음 걸음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끝이 아니라, 이제 시작할 수 있게 된 것이에요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 — 세 가지 질문에 답을 쓰자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제출하는 마지막 산출물 : 성찰 노트 1장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가장 어려웠던 순간과 넘은 방법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앞에서 무엇을 했나 — 구간을 나눠 점검했던 경험을 떠올려 봐요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7주 전의 나에게 해줄 조언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'설계 먼저 해' '한 번에 다 고치지 마' — 여러분의 조언이 다음 기수의 교재가 돼요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더 배우고 싶어진 것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웹? 하드웨어? 데이터? AI? — 다음 걸음의 방향을 스스로 정해요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다음은? — 확장의 갈림길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시스템은 진짜 서비스의 축소판 — 늘릴 방향도 진짜와 같아요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하드웨어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센서·액추에이터 추가, 배터리 구동, 케이스 3D프린팅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소프트웨어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DB(파이어베이스) · 알림 푸시 · 관리자 페이지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데이터·AI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CSV로 예측해 보기 · 이미지 분류 정확도 올리기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동아리·대회로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실사용 운영, 메이커 대회·창업 동아리 출품 — 우리 시스템은 이미 포트폴리오예요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기록 — 우리가 걸어온 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 : LED 하나 켜는 것부터 시작했어요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2~3주 : 센서를 읽고, 웹을 만들고, 서버가 되었어요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: 클라우드에 데이터가 남기 시작했어요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5~6주 : 설계하고, 연결하고, 통계까지 완성했어요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: 남 앞에서 증명했어요 — 완주!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수료를 축하합니다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여러분은 이제 IoT 시스템을 '전 구간' 만들어 본 사람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· 하드웨어 · 클라우드 · 데이터를 모두 통과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프로젝트는 오늘보다 쉽게 느껴질 것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감각이 7주의 진짜 성적표예요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한 마디 : 기술은 도구이고, 여러분이 본 것은 '문제를 해결하는 방법'이에요 — 어디에든 다시 쓸 수 있어요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7회차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2026-07-17T17:49:17Z</dcterms:created>
  <dcterms:modified xsi:type="dcterms:W3CDTF">2026-07-17T17:49:17Z</dcterms:modified>
</cp:coreProperties>
</file>