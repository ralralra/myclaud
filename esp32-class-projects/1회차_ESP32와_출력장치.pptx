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밝게 인사하고 큰 그림을 열어요. '오늘 여러분 보드에 첫 불이 켜집니다!'로 기대감을 만들어 주세요. (도입 3분)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 3가지를 함께 읽고 시간표로 흐름을 안내해요. '중간에 막혀도 괜찮아요, 막히는 게 정상이에요'라고 안심시켜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시작. 팀 자리 배치를 확인하고 가볍게 분위기를 풀어요.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주변 사물 예시로 문답하며 진행해요. 마지막 핵심 질문은 2~3명의 답을 들어 보고 칠판에 적어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그림을 아래에서 위로 짚으며 설명해요. 핵심 멘트: '오늘은 맨 아래 장치부터 시작해서, 매주 한 층씩 올라가 마지막엔 전체가 하나로 연결됩니다. 이 순서가 곧 우리 7주 로드맵이에요.'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회차의 결과물을 한 줄씩 소개하고, 7회차 최종 발표가 목표임을 알려요.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프로젝트별 30초 소개 후 1·2지망 조사(포스트잇 또는 설문). 확정은 4회차 후라고 안내해 부담을 낮춰요.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자리별 물품을 직접 확인시키고 실드 결합 시범을 보여요. USB가 데이터 케이블인지 반드시 체크!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 시작. '이 시간 안에 전원 첫 업로드 성공'을 목표로 선언해요.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우노 경험자가 있는지 손들게 하고, 'WiFi 내장' 한 가지 차이가 만드는 마법을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실드와 셀 실물을 들어 보여 주며 설명해요. 핀맵 카드를 배부하고 'A2~A5' 규칙을 칠판에 크게 적어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사전 설치된 상태 확인 위주로 빠르게 넘어가고, 미설치 PC만 개별 지원해요.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1~5단계를 전체가 함께 진행해요. 포트 찾기(뽑았다 꽂기)는 교사 화면으로 시범을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업로드 성공 팀은 손들게 해 진행 상황을 파악해요. 파란 LED 깜빡임이 합격 신호!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문법 때문에 좌절했던 경험담으로 공감을 얻고, 블록↔C 전환이 우리의 비밀 무기임을 소개해요.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블록 도구 연결을 시범 보인 후 팀별 진행. LED 핀 번호를 2로 설정하는 부분을 꼭 강조해요.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 코드 보기'를 다 함께 눌러 보고, 블록과 코드 줄을 하나씩 짝지어 읽어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setup/loop를 블록에 비유해 설명하고, 주석(//)의 역할도 짚어요.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신호 만들기 15분. 순회하며 delay 값 조절을 힌트로 주고, 완성 팀은 신호의 의미를 설명하게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 시작. 쉬는 시간에 LCD 셀을 배부해 두면 매끄러워요.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LiquidCrystal I2C와 DHT 설치를 함께 진행해요. 인터넷이 느리면 오프라인 zip 경로를 안내해요.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 0x27/0x3F 문제를 미리 알려 당황하지 않게 해요. 대비 다이얼 위치를 실물로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clear·print(변수)·주기 갱신, 이 세 가지가 곧 타이머의 재료임을 예고해요.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환영 메시지 미션 15분. LCD는 한글이 안 된다는 점을 미리 안내해요(영문·숫자만).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 시작. '읽고, 판단하고, 보여주기'가 오늘의 완성형이라고 소개해요.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손으로 센서를 가리는 시범으로 숫자 변화를 보여 주면 환호가 나와요. A2~A5 규칙을 한 번 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 미션 25분. 심화(빛 가림 일시정지)는 빠른 팀에게 제안하고, 완성 영상 촬영을 안내해요.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막힌 팀 사례를 익명으로 공유하며 해결법을 함께 읽어요. '에러는 정보'라는 태도를 심어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성취를 함께 읽고 박수로 마무리해요. 다음 주 예고 후 타이머 영상 업로드를 리마인드!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1회차 / 7회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세계로!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첫 만남 — 보드·화면·센서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 깜빡임부터 LCD 글자, 그리고 첫 센서까지 — 오늘 보드와 친구가 돼요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팀 편성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56432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21024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코딩 — 내장 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— 보드가 말을 해요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89136" y="4709160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83717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53728" y="51297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센서 + 타이머 미션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Wemos D1 R32 (ESP32) + 고릴라셀 DSL 세트 · 4시간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532120" cy="4892040"/>
          </a:xfrm>
          <a:prstGeom prst="roundRect">
            <a:avLst>
              <a:gd name="adj" fmla="val 1869"/>
            </a:avLst>
          </a:prstGeom>
          <a:solidFill>
            <a:srgbClr val="EDF3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시스템의 전체 구조(입력→처리→출력→데이터)를 그림으로 설명할 수 있어요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블록코딩으로 만든 동작을 C 코드로 확인하고, Arduino IDE로 직접 업로드할 수 있어요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LED와 LCD를 제어하고, 첫 센서(빛)의 값을 LCD에 표시하는 미션을 완수해요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422392" cy="4892040"/>
          </a:xfrm>
          <a:prstGeom prst="roundRect">
            <a:avLst>
              <a:gd name="adj" fmla="val 1869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 (50분 수업 + 10분 휴식)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20756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· 7주 로드맵 · 5개 프로젝트 소개 · 팀 편성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154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개발환경 점검 · 블록코딩→C 전환 · 내장 LED 팀 신호 만들기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160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60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07808" y="4087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LCD에 글자 표시 · 환영 메시지 미션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516636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66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5093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빛센서 첫 읽기 · 종합 미션 : 카운트다운 타이머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7주 동안 무엇을, 왜 만드는지 큰 그림을 그려요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IoT(사물인터넷)란 무엇일까요?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Internet of Things — 사물이 인터넷에 연결되어 스스로 데이터를 주고받는 것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사물(Thing)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화분, 매점 진열대, 우산꽂이, 교실 문 — 평범한 물건들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센서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물건이 주변을 '느끼게' 해요 — 온도, 밝기, 무게, 수분, 문 열림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인터넷 연결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느낀 것을 숫자 데이터로 바꿔 어디로든 보내요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스마트한 사물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스마트폰으로 화분의 목마름을 확인하고, 매점 재고를 실시간으로 보게 돼요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질문 : 여러분 주변에서 '인터넷에 연결되면 더 편해질 물건'은 무엇일까요?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만들 시스템의 전체 구조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 뒤, 여러분은 이 전체 흐름을 직접 만든 사람이 돼요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888236" y="1517904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71116" y="151790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학생 스마트폰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86116" y="15179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웹페이지에서 버튼 터치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88236" y="2244852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88236" y="2542032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1116" y="254203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🌐 웹페이지 (HTML·CSS·JS)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86116" y="25420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2~3회차에 직접 제작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88236" y="3268980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88236" y="3566160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1116" y="356616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📡 ESP32 보드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86116" y="3566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명령을 받아 장치를 움직임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88236" y="4293108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88236" y="4590288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1116" y="459028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🔧 센서 셀 16종 · LCD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86116" y="459028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만나기 시작!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88236" y="531723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88236" y="5614416"/>
            <a:ext cx="5669280" cy="713232"/>
          </a:xfrm>
          <a:prstGeom prst="roundRect">
            <a:avLst>
              <a:gd name="adj" fmla="val 11538"/>
            </a:avLst>
          </a:prstGeom>
          <a:solidFill>
            <a:srgbClr val="2E6BE6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71116" y="561441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데이터 저장·통계 (CSV)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86116" y="561441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4회차부터 연결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 로드맵 — 오늘은 첫 걸음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0"/>
                <a:gridCol w="4507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만드는 것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1회차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첫 만남 — LED·LCD·첫 센서 (오늘)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카운트다운 타이머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 입력 + 웹 기본기(HTML·CSS·JS)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접근 경보기 · 내 리모컨 웹페이지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3회차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웹서버 — 폰으로 보드 제어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손안의 리모컨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4회차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 확장 (구글 시트 저장)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교실 환경 모니터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5회차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프로젝트 기획 · 웹앱 제작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기획서 + 웹앱 1차 버전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6회차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기능 구현 + 통계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동작하는 우리 팀 시스템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7회차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· 발표 · 시연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발표!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5가지 — 우리 팀은 무엇을 만들까요?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1·2지망을 정해요 (팀당 3~4명, 4회차 후 확정)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1523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32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스마트 매점 시스템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웹에서 상품 판매 → 재고 자동 차감 → 무게센서로 실물 재고까지 감지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428646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1884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055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2008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스마트 창업 키오스크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849270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주문 → 주문번호 LCD 표시 → 매출 통계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375965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661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467405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스마트 우산 대여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3796589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QR로 대여·반납 → 초음파·무게로 거치 감지 → 이용 통계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323283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13478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9519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414723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스마트 화분 관리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4743907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토양습도·빛·온습도 측정 → 급수 알림 → 기록·통계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270602"/>
            <a:ext cx="11183112" cy="801014"/>
          </a:xfrm>
          <a:prstGeom prst="roundRect">
            <a:avLst>
              <a:gd name="adj" fmla="val 1027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60797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425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36204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스마트 출석·안전관리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17320" y="5691226"/>
            <a:ext cx="9948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QR 체크인 → 홀센서로 문 열림 감지 → 출석부 통계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준비물 확인 — 내 자리에 있어야 할 것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Wemos D1 R32 보드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아두이노 우노처럼 생겼지만 WiFi가 내장된 ESP32 보드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066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420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고릴라셀 DSL 세트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87121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고릴라 실드(포트판) + 센서 셀 16종 — 오늘은 LCD·빛센서 셀만 사용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958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2102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케이블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컴퓨터와 보드 연결 (데이터 전송용인지 확인!)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08576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0001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(팀당 1대 이상)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5029200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Arduino IDE + 블록코딩 도구 설치 확인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실드 결합 시 주의 : USB 포트 방향을 맞추고, 핀이 휘지 않게 수직으로 천천히 끼워요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코딩 — 내장 LED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블록으로 논리를 만들고, C 코드로 확인하고, 직접 업로드해요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ESP32는 무엇이 특별한가?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아두이노 우노와 비교해 보면 답이 보여요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EDF3FE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아두이노 우노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USB로 연결된 컴퓨터하고만 통신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 연결 불가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깜빡이기 같은 단독 동작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 입문용으로 훌륭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1636" y="1481328"/>
            <a:ext cx="5454396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7668" y="1700784"/>
            <a:ext cx="4942332" cy="475488"/>
          </a:xfrm>
          <a:prstGeom prst="roundRect">
            <a:avLst>
              <a:gd name="adj" fmla="val 15385"/>
            </a:avLst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6487668" y="1700784"/>
            <a:ext cx="4942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(우리 보드)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24244" y="2395728"/>
            <a:ext cx="486918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WiFi가 칩 안에 내장!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인터넷에 직접 연결 가능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스마트폰과 통신 가능 → IoT의 시작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우노 모양이라 고릴라 실드도 그대로 결합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'WiFi 내장' 이 한 가지 차이가, 3회차에 스마트폰으로 보드를 조종하는 마법을 가능하게 해요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고릴라 실드와 셀 — 레고처럼 연결해요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배선 없이, 케이블을 포트에 꽂으면 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고릴라 실드 = 포트 어댑터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 위에 끼우는 판 — 센서를 꽂을 수 있는 포트들이 줄지어 있어요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고릴라셀 = 센서 모듈 16종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소리·빛·온습도·물온도·토양습도·초음파·진동·무게·대기압·CO2·미세먼지·홀·자이로·심박 + LCD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규칙 하나만 기억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센서 셀은 A2~A5 위치 포트에! (WiFi와 충돌하지 않는 자리 — 배포된 핀맵 카드 참조)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출력 3총사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LED(빛) + LCD(글자) + 폰 화면(3회차부터) — 알림과 표시는 이 셋이 담당해요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 : 오늘 나눠주는 '포트-핀맵 카드'를 항상 옆에 둬요 — 코드의 핀 번호는 이 카드 기준!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1회 준비 — Arduino IDE에 ESP32 심기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IDE는 처음엔 ESP32를 몰라요 — '보드 지원'을 설치해야 우리 보드를 인식해요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→ 환경설정(Preferences) 열기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'추가 보드 매니저 URL' 칸에 아래 주소 붙여넣기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https://dl.espressif.com/dl/package_esp32_index.json (오타 방지를 위해 배포자료에서 복사)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3584" y="3449117"/>
            <a:ext cx="4206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→ 보드 → 보드 매니저 열기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검색창에 esp32 입력 → 'esp32 by Espressif' 설치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다운로드에 몇 분 걸림 — 기다리는 동안 셀 구경!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완료 후 툴 → 보드 목록 확인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항목이 새로 생겼으면 성공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환경설정 창 — '추가 보드 매니저 URL' 입력 칸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 매니저 — esp32 검색·[설치] 버튼 화면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수업 시간 절약을 위해 교사가 사전 설치를 권장 — 학생용 화면은 '확인'만 해도 충분해요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보드를 컴퓨터에 연결하기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7276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케이블로 보드와 컴퓨터를 연결해요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보드의 전원 LED가 켜지는지 확인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420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43230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Arduino IDE를 실행해요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바탕화면 아이콘 또는 시작 메뉴에서 실행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1129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015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: 툴 → 보드 → esp32 → 'ESP32 Dev Module' 선택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보드(D1 R32)는 이 설정으로 동작해요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27939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80560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708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: 툴 → 포트 → 'COM○' 선택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4700016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케이블을 뽑았어요 꽂으면 새로 나타나는 번호가 내 보드!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24865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4498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31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34009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테스트 : 내장 LED 깜빡이기(핀 2번)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417320" y="5669280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 위 파란 LED가 깜빡이면 눈으로 보는 첫 성공 — 실드 없이 보드만으로 가능!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포트가 안 보이면? → CH340 드라이버 문제일 가능성 — 이 시간 마지막 '막힘 해결' 슬라이드 참고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보드·포트 선택과 업로드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두 장면을 통과해야 오늘 하루가 편해져요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메뉴를 열어 하단 상태 확인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'ESP32 Dev Module on COM○'이 표시되어야 정상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 번호 찾기 요령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케이블을 뽑고 목록 확인 → 꽂고 다시 확인 — 새로 생긴 번호가 내 보드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업로드(→) 버튼 클릭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체크(✓)는 검사만, 화살표(→)가 진짜 업로드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검은 창의 주황색 진행 메시지 관찰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Connecting... → Writing... → 퍼센트 진행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'업로드 완료' + 보드의 파란 LED 깜빡임 확인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D1 R32 내장 LED는 2번 핀 — 여기까지 오면 개발환경 합격!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메뉴 — 보드·포트가 선택된 상태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콘솔 — '업로드 완료' 메시지 화면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D1 R32는 대부분 자동 업로드 — Connecting...에서 오래 멈출 때만 BOOT(IO0) 버튼을 2~3초 눌러줘요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블록코딩으로 시작할까요?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블록은 문법 오류가 '아예 불가능'해요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코드의 좌절 포인트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세미콜론(;) 하나, 괄호 하나 빠져도 에러 — 논리보다 문법과 싸우게 돼요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블록의 장점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레고처럼 끼우기만 하면 됨 — 오직 '순서와 논리'에만 집중할 수 있어요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도구의 비밀 무기 : 블록↔C 전환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조립한 블록과 똑같은 C 코드를 나란히 보여줘요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718304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74336"/>
            <a:ext cx="420624" cy="42062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0974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전략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17320" y="5138928"/>
            <a:ext cx="9948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블록으로 만들기 → C 코드 확인 → 같은 코드를 Arduino IDE에서 직접 업로드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1개 = 코드 1줄. 이 대응을 눈으로 확인하면, C 코드는 '낯선 언어'가 아니라 '블록의 다른 표기'가 돼요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블록코딩으로 내장 LED 깜빡이기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72768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63040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 도구를 실행하고 보드를 연결해요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상태 표시가 초록색인지 확인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42032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432304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[시작하기] 블록 아래에 [LED 켜기(2번 핀)] 블록을 끼워요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 번호를 2로 — D1 R32 내장 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11296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01568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버튼을 눌러요 → 보드의 파란 LED가 켜져요!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3730752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성공의 순간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27939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80560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70832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[1초 기다리기] → [LED 끄기] 블록을 추가해 깜빡이게 만들어요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17320" y="4700016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블록으로 감싸면 계속 깜빡여요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524865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449824"/>
            <a:ext cx="420624" cy="420624"/>
          </a:xfrm>
          <a:prstGeom prst="ellipse">
            <a:avLst/>
          </a:prstGeom>
          <a:solidFill>
            <a:srgbClr val="12A15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31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340096"/>
            <a:ext cx="9948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'C 코드 보기'를 눌러요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417320" y="5669280"/>
            <a:ext cx="9948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조립한 블록이 C 코드로 어떻게 표현되는지 관찰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확인 — 블록 조립과 C 코드 전환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도구의 핵심 기능 : 같은 동작, 두 가지 표현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 연결 상태 표시가 초록인지 확인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2359152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빨강이면 케이블·포트부터 다시 점검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팔레트에서 LED 관련 블록 찾기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분류(카테고리)를 눌러가며 탐색 — 위치를 기억해 둬요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블록을 조립하고 실행 → 보드 반응 확인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블록을 바꿔 끼우면 즉시 동작이 바뀌어요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'C 코드 보기(전환)' 버튼 위치 확인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블록과 C 코드를 나란히 놓고 비교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블록을 하나 추가·삭제하며 코드 변화 관찰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블록이 어느 줄인지 눈으로 추적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조립 화면 — LED 켜기 · 기다리기 · 반복 블록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블록↔C 전환 화면 — 같은 동작의 C 코드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블록 1개 = 코드 몇 줄인지 손가락으로 짝지어 보기 — 이 감각이 오늘의 핵심 수확이에요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그 블록, C 코드로는 이렇게 생겼어요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1개가 코드 몇 줄인지 짝을 지어 봐요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142232"/>
          </a:xfrm>
          <a:prstGeom prst="roundRect">
            <a:avLst>
              <a:gd name="adj" fmla="val 2208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LED 깜빡이기 (블록과 같은 동작)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LED 2  // D1 R32 내장 LED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            // 처음 1번 실행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pinMode(LED, OUTPUT);   // 2번핀=출력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             // 계속 반복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 // 켜기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             // 1초 대기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LOW);  // 끄기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setup() = '시작하기' 블록 (1번만)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loop() = '반복하기' 블록 (무한 반복)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digitalWrite(핀, HIGH) = 'LED 켜기' 블록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delay(1000) = '1초 기다리기' 블록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// 뒤는 주석 — 사람을 위한 메모, 보드는 무시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LED는 어느 보드에나 있는 '항상 되는 출력' — 앞으로 모든 실습의 동작 확인용 신호등이 돼요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① 우리 팀 LED 신호 만들기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LED의 깜빡임 패턴으로 팀만의 신호 3가지를 만들어요 — 예: 대기(천천히 3번) · 작업중(빠르게 5번) · 완료(길게 1번)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블록코딩으로 먼저 완성하고 동작 확인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'C 코드 보기'로 같은 코드를 확인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코드를 Arduino IDE에 옮겨 직접 업로드해도 같은 동작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모두 한 번씩 업로드 성공 + 신호의 의미를 설명할 수 있음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'빠르게'는 delay를 줄이면 된다(예: 150). 모스 부호처럼 짧음·긺의 조합이 곧 '정보'다 — 6회차 알림 설계의 씨앗!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— 보드가 말을 해요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글자를 표시할 수 있으면, 보드는 계기판이 돼요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1회 준비 — 라이브러리 설치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LCD·온습도 같은 장치는 '라이브러리(미리 만든 도구상자)'가 있어야 움직여요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212080" cy="4142232"/>
          </a:xfrm>
          <a:prstGeom prst="roundRect">
            <a:avLst>
              <a:gd name="adj" fmla="val 2208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43584" y="2066544"/>
            <a:ext cx="4206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 → 라이브러리 포함 → 라이브러리 관리 열기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81269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94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584" y="275783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검색창에 LiquidCrystal I2C 입력 → 설치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43584" y="305043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LCD용 — 제작자 이름은 배포자료 기준으로 선택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503981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856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43584" y="3449117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방법으로 DHT sensor library 검색·설치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43584" y="3741725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온습도용 — 2회차부터 사용하니 미리 설치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195267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769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4140403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인터넷이 느리면 오프라인 설치본 사용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4433011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 → 라이브러리 포함 → .ZIP 라이브러리 추가 → 교사 USB의 zip 선택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886554"/>
            <a:ext cx="329184" cy="329184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6826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3584" y="483169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확인 : 파일 → 예제 목록에 새 항목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43584" y="5124298"/>
            <a:ext cx="420624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예제가 보이면 설치 성공 — 무게·CO2 등 프로젝트 센서 라이브러리는 6회차에!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1481328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309360" y="1481328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매니저 — 검색·[설치] 버튼 화면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989320" y="3666744"/>
            <a:ext cx="5696712" cy="1956816"/>
          </a:xfrm>
          <a:prstGeom prst="roundRect">
            <a:avLst>
              <a:gd name="adj" fmla="val 4673"/>
            </a:avLst>
          </a:prstGeom>
          <a:solidFill>
            <a:srgbClr val="EDF3FE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309360" y="3666744"/>
            <a:ext cx="505663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  스크린샷 자리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.ZIP 라이브러리 추가 메뉴 경로 화면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EDF3F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확인 포인트 : #include 줄에서 에러가 나면 100% 라이브러리 미설치 — 이 슬라이드로 돌아오면 돼요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— 16칸 × 2줄의 작은 화면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I2C 방식 : 선 2가닥(SDA·SCL)으로 통신하는 똑똑한 디스플레이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142232"/>
          </a:xfrm>
          <a:prstGeom prst="roundRect">
            <a:avLst>
              <a:gd name="adj" fmla="val 2208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&lt;LiquidCrystal_I2C.h&gt;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주소 0x27 (안 되면 0x3F 시도)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LiquidCrystal_I2C lcd(0x27, 16, 2);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lcd.init();      // LCD 준비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lcd.backlight(); // 백라이트 켜기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0); // 0칸, 0줄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lcd.print("Hello Team1!");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1); // 둘째 줄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lcd.print("IoT Start!");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 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#include = 라이브러리 불러오기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0x27은 LCD의 I2C '주소' — 제품마다 다를 수 있음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셀은 실드의 I2C(SDA·SCL) 포트에 연결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setCursor(칸, 줄)로 글자 위치 지정, print()로 표시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loop가 비어 있어도 화면은 유지돼요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833872"/>
            <a:ext cx="11183112" cy="530352"/>
          </a:xfrm>
          <a:prstGeom prst="roundRect">
            <a:avLst>
              <a:gd name="adj" fmla="val 15517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833872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글자가 안 보이면? ① 주소를 0x3F로 변경 ② LCD 뒷면 파란 다이얼(대비)을 드라이버로 살짝 조절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활용 3기술 — 계기판의 기본기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글자·숫자·갱신, 이 셋이면 어떤 정보든 표시할 수 있어요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10;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lcd.clear();        // 화면 지우기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lcd.print("Count:");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1);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lcd.print(count);   // 숫자도 표시!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= count - 1;  // 1씩 감소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clear() : 이전 글자를 지우고 새로 써요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print(변수) : 변하는 숫자를 실시간 표시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 + delay : 1초마다 갱신되는 화면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코드가 잠시 뒤 '카운트다운 타이머'의 심장이 돼요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count가 0 밑으로 내려가면? 직접 관찰해 봐요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② 환영 메시지 보드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전원이 켜지면 LCD 두 줄에 우리 팀 환영 메시지가 뜨고, 동시에 내장 LED가 팀 신호(미션①)로 인사해요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두 줄을 모두 사용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팀 신호와 LCD 표시가 함께 동작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setup()과 loop()의 역할 차이를 팀원에게 설명할 수 있음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영문·숫자 기준 한 줄 16자 — 팀 이름이 길면 두 줄로 나누거나 줄여 봐요. 한글은 기본 LCD에 표시되지 않아요!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920240"/>
            <a:ext cx="1051560" cy="105156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9019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센서 + 종합 미션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읽고(센서), 판단하고(코드), 보여준다(LCD) — IoT의 최소 단위 완성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5120640"/>
            <a:ext cx="201168" cy="201168"/>
          </a:xfrm>
          <a:prstGeom prst="ellipse">
            <a:avLst/>
          </a:prstGeom>
          <a:solidFill>
            <a:srgbClr val="3A4C82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120640"/>
            <a:ext cx="201168" cy="2011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센서 — 빛센서 값을 LCD에 표시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셀을 포트에 꽂고, 읽고, 화면에 써요 — 이것이 '계측기'의 전부예요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309360" cy="4736592"/>
          </a:xfrm>
          <a:prstGeom prst="roundRect">
            <a:avLst>
              <a:gd name="adj" fmla="val 1931"/>
            </a:avLst>
          </a:prstGeom>
          <a:solidFill>
            <a:srgbClr val="101A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80644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LIGHT 34 // 빛센서 포트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(아날로그 셀은 A2~A5 위치 포트!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실제 번호는 포트-핀맵 카드 확인)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 = analogRead(LIGHT);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0(어두움) ~ 4095(밝음)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lcd.clear();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lcd.setCursor(0, 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lcd.print("Light:");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lcd.print(v);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delay(500);</a:t>
            </a:r>
            <a:endParaRPr lang="en-US" sz="12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250" dirty="0">
                <a:solidFill>
                  <a:srgbClr val="E4E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86600" y="14996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86600" y="1938528"/>
            <a:ext cx="4599432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analogRead : 밝기의 '정도'를 0~4095 숫자로 (자세한 원리는 2회차)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손으로 센서를 가려 봐요 — 숫자가 뚝 떨어져요!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→ 숫자 → 화면, 3단 흐름이 IoT의 최소 단위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A2~A5 위치일까요? WiFi를 켜면 일부 핀의 아날로그 읽기가 멈추기 때문 — 3회차에 체감하게 돼요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2A1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14600" y="33832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③ 카운트다운 타이머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A1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LCD에 10부터 0까지 1초씩 줄어드는 숫자가 표시되고, 0이 되는 순간 → LCD에 'TIME OVER!' + 내장 LED가 빠르게 5번 점멸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3200400"/>
          </a:xfrm>
          <a:prstGeom prst="roundRect">
            <a:avLst>
              <a:gd name="adj" fmla="val 2857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10451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 카운트다운 (10 → 0)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0에서 'TIME OVER!' 표시와 LED 점멸이 함께 동작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또는 C 코드 중 팀이 선택 (C 도전 시 +성취)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: 빛센서를 가리면 타이머가 일시정지! (어두우면 count 유지)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☑"/>
            </a:pPr>
            <a:r>
              <a:rPr lang="en-US" sz="1450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동작을 영상으로 촬영 → 오늘의 산출물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5321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  </a:t>
            </a:r>
            <a:pPr indent="0" marL="0">
              <a:buNone/>
            </a:pPr>
            <a:r>
              <a:rPr lang="en-US" sz="1350" dirty="0">
                <a:solidFill>
                  <a:srgbClr val="6B4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for문을 배웠다면 for(int i=10; i&gt;=0; i--) { 표시; delay(1000); } — 심화는 if(analogRead(LIGHT) &gt; 기준값)일 때만 감소시키면 돼요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1회차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시 포트(COM)가 목록에 없어요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0" y="1463040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케이블이 '충전 전용'인지 확인 → 데이터 케이블로 교체. 그래도 안 되면 CH340 드라이버 설치(교사 USB에 준비됨)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중 'Connecting...'에서 멈춰요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78608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670048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D1 R32는 보통 자동으로 진행돼요 — 드물게 멈추면 그 글자가 보일 때 BOOT(IO0) 버튼을 2~3초 눌러줘요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05656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877056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LCD에 아무것도 안 나와요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785616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87705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코드의 주소 0x27 → 0x3F로 변경 ② 뒷면 파란 다이얼로 대비 조절 ③ I2C 스캐너 코드(배포)로 실제 주소 확인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992624"/>
            <a:ext cx="11183112" cy="1042416"/>
          </a:xfrm>
          <a:prstGeom prst="roundRect">
            <a:avLst>
              <a:gd name="adj" fmla="val 7895"/>
            </a:avLst>
          </a:prstGeom>
          <a:solidFill>
            <a:srgbClr val="F5F8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12664"/>
            <a:ext cx="402336" cy="402336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08406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값이 0 또는 이상한 값만 나와요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4992624"/>
            <a:ext cx="365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5084064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십중팔구 포트 위치·핀 번호 문제 — 포트-핀맵 카드와 코드의 #define 번호를 대조하고, 아날로그 셀은 A2~A5 위치인지 확인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22335F"/>
          </a:solidFill>
          <a:ln w="12700">
            <a:solidFill>
              <a:srgbClr val="3A4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IoT의 구조와 7주 로드맵을 이해했어요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→ C 코드 → 직접 업로드의 3단계를 경험했어요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LED와 LCD를 제어하고, 첫 센서(빛)를 읽어 화면에 표시했어요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'카운트다운 타이머'를 완성했어요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2E6BE6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1488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 : 센서와 웹의 만남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DSL 세트의 센서들을 본격 탐험 — 디지털과 아날로그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초음파로 접근 경보기 만들기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HTML·CSS·JS로 내 첫 웹페이지 작성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3회차에 그 페이지를 보드에 심어요!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타이머 영상, 팀 채널에 꼭 올려둬요 — 7주 뒤 첫날의 나를 만나게 돼요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F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메이커 교육 · 1회차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2026-07-17T17:49:16Z</dcterms:created>
  <dcterms:modified xsi:type="dcterms:W3CDTF">2026-07-17T17:49:16Z</dcterms:modified>
</cp:coreProperties>
</file>