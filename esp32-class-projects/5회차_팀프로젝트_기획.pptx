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오늘부터 팀 프로젝트! '기획이 절반'이라는 오늘의 주제를 힘 있게 열어요.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산출물 4종(명세서·스케치·시트설계·웹앱 1차)을 미리 보여 주면 목표가 선명해져요.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프로젝트 최종 확정부터 진행해요.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'다 만들고 싶은 마음'이 왜 위험한지, 합칠 때의 대참사 사례로 설명해요.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5개 프로젝트의 필수 기능과 우회 전략을 확인해요. '우회는 미완성이 아니라 설계 전략'임을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명세서 작성 20분. '검증 가능한 문장'인지 순회하며 점검해요. 제외 기능을 적는 것도 설계임을 알려요.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4가지를 정하게 해요. '책임자 = 막혔을 때 가장 먼저 달려드는 사람'이라는 정의를 공유해요.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종이와 연필을 준비시켜요 — 오늘은 손 설계 시간!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와이어프레임 작성 15분. 예쁘게가 아니라 '같은 그림을 공유'하는 게 목적임을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스케치를 촬영해 팀 드라이브에 올리게 해요. 옆 팀에게 설명 없이 보여 주는 테스트로 검증!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팀별 시트 구조를 확정하게 해요. '로그는 지우지 않고 쌓는다' 원칙을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스케치를 '말'로 번역하는 시간임을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프롬프트의 4요소를 설명해요. 나쁜 예('매점 앱 이쁘게')와 비교하면 바로 이해돼요.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저장 → 생성 → 스케치와 비교의 순서를 지키게 해요. 비교 목록이 다음 지시의 재료예요.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매점팀 프롬프트 원문을 함께 읽어요. 다른 팀은 화면·action 이름만 교체하면 된다고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결과를 '검토'하는 4가지를 확인해요. 과한 기능은 삭제 요청하는 것도 실력!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하드웨어 없이 화면부터 완성하는 요령(mock)을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분기 뼈대와 가짜 데이터 테스트를 진행해요. '동작하는 척'까지가 오늘의 완성선!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 4종 + PWA 설치를 체크리스트로 확인하고 교사 검토 사인을 진행해요.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문서 업로드를 확인하고 마무리해요. '다음 주는 이 설계도대로 시공만!'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출발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기획이 절반이에요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 전에 정해요 — 기능 명세 · 화면 설계 · 데이터 설계, 그리고 웹앱 1차 완성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확정 · 기능 명세 · 역할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스케치 · 시트 설계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제작 ①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제작 ② · 가짜 데이터 테스트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기획 · 설계 · 웹앱 제작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프로젝트의 필수 기능과 제외 기능을 명세서로 확정해요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설계(와이어프레임)와 시트 설계를 문서로 완성해요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프로젝트 웹앱 1차 버전을 만들어 가짜 데이터로 동작시켜요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최종 확정 · 기능 명세서 작성 · 역할 분담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종이에 화면 스케치 · 시트(데이터) 설계 · 교사 검토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 → 프롬프트 변환 · AI Studio 생성 · 다듬기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뼈대 연결 · 가짜 데이터로 화면 동작 확인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무엇을, 어디까지 만들 것일까요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'다 만들고 싶다'는 마음이 프로젝트를 망치는 첫 번째 이유예요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설계를 먼저 할까요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코딩보다 종이와 연필이 먼저인 이유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정하면 생기는 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담당과 보드 담당이 서로 다른 것을 만들고 있어요 → 합칠 때 대참사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화면과 데이터를 '먼저 합의'하면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따로 만들어도 나중에 딱 맞물려요 — 이것이 협업의 기술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범위를 '먼저 제한'하면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기능부터 완성 → 시간이 남으면 추가. 반대로 하면 아무것도 완성 못 해요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 회사도 똑같아요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→ 디자인 시안 → DB 설계 → 개발. 오늘 우리는 그 과정을 압축 체험해요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프로젝트 — 필수 기능과 우회 전략 요약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우회는 미완성이 아니라 '설계 전략'이에요 — 실제 개발의 프로토타이핑 기법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301752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기능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우회 전략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부품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판매·재고 차감·인기 순위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RFID → 웹 버튼 + 무게로 실물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LCD·무게·진동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메뉴·장바구니·주문번호·매출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실결제 → 가상 포인트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LCD(주문번호)·소리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 대여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QR 대여·반납·이용 통계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GPS → 초음파·무게 거치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초음파·무게·LCD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수분·빛·온습도 측정·급수 관리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펌프 → 급수 알림(LCD·웹)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토양습도·빛·DHT·물온도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체크인·현재 인원·출석부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NFC → 웹 QR + 홀 도어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홀(도어)·LCD·심박(체험)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팀의 공통 뼈대 = 4회차 템플릿(웹앱 ↔ Apps Script ↔ 시트 ↔ ESP32). 다른 건 '내용물'뿐이에요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기능 명세서 작성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워크시트의 표를 채워요 — 문장은 반드시 '검증 가능하게'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 (이것 없으면 실패)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'웹에서 상품을 누르면 재고가 1 줄고 시트에 기록된다' — 되고/안 되고를 확인할 수 있는 문장으로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기능 (시간 남으면)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'재고 3개 이하면 웹 화면·LED로 경고' — 6회차 후반의 보너스 목표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기능 (이번엔 안 만들어요)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'실제 결제' — 제외를 적어두는 것도 훌륭한 설계 결정이에요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기능마다 사용 부품 명시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주문 알림 → LCD(번호 표시) + LED(깜빡임). 부품이 안 적힌 기능은 아직 설계가 아니에요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기준 : 다른 팀이 명세서만 읽고도 무엇을 만드는지 정확히 알 수 있나요?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분담 — 4개의 모자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모두가 모든 걸 조금씩 하되, '책임자'는 정해요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웹 담당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 프롬프트 · 화면 다듬기 · fetch 연결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하드웨어 담당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· 센서 테스트 · ESP32 코드 · 핀맵 관리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데이터 담당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구조 · Apps Script · 통계 · CSV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🎤 발표·기록 담당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기록 · 사진/영상 촬영 · 7회차 발표 준비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책임자 = 그 부분이 막혔을 때 '가장 먼저 달려드는 사람'. 혼자 하라는 뜻이 아니에요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설계와 데이터 설계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스케치 한 장이 코드 백 줄을 아껴요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와이어프레임 — 종이에 화면 그리기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비율의 네모를 그려요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앱은 모바일 우선 — 세로로 길게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들어갈 요소를 네모·글자로 배치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/ 큰 숫자(재고·인원) / 버튼(크게!) / 목록 / 통계 영역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여러 개면 화살표로 이동 연결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메뉴 화면 → [주문] → 완료 화면(주문번호)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버튼마다 '누르면 무슨 일이?' 메모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메모가 그대로 Apps Script의 할 일 목록이 돼요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예쁘게 그릴 필요 전혀 없음 — 팀원 모두가 같은 그림을 머리에 갖게 하는 것이 목적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자리 — 우리 팀 스케치를 이곳에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손그림도 훌륭한 설계 문서예요 — 촬영해서 팀 자산으로 남겨요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스케치를 밝은 곳에서 정면 촬영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그림자·기울어짐 없이 — 글씨가 읽혀야 해요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옆 '누르면 무슨 일이?' 메모가 보이게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메모가 잘렸으면 부분 확대 컷 추가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드라이브의 '설계' 폴더에 업로드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 : 팀○_화면스케치_v1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슬라이드의 점선 칸에 사진 붙여넣기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자료의 '설계 과정' 페이지로 재사용돼요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수정하면 v2로 다시 촬영 — 버리지 말 것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v1→v2 변화 자체가 '설계 과정'의 증거예요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화면 스케치 사진 (v1)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예시 — 매점 화면 스케치 (교사 제공)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옆 팀에게 사진만 보여주고 설명 없이 이해되는지 테스트 — 통과하면 프롬프트로 옮길 준비 완료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시트 설계 — 우리 팀 데이터베이스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표의 열 제목을 정하는 것 = 데이터베이스 설계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5513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시트(탭) 구성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구성 예시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/ 판매로그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상품명·가격·재고 / 시각·상품명·수량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 / 주문로그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메뉴명·가격 / 시각·주문번호·내역·합계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우산현황 / 대여로그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우산번호·상태 / 번호·대여시각·반납시각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환경로그 / 급수로그 / 설정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시각·수분·온도·습도·조도 / 시각·자동여부 / 임계값·명령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학생명부 / 출입로그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이름·QR값 / 이름·입실시각·퇴실시각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: ① 기록(로그)은 지우지 않고 계속 쌓아요 ② 현재 상태와 기록을 다른 탭으로 분리해요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제작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스케치를 '말'로 번역하면 AI가 '화면'으로 번역해요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 작성법 — 스케치를 문장으로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시키는 능력 = 요구사항을 명확히 쓰는 능력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무엇을 만드는지 한 문장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"학교 매점 관리 웹앱을 만들어줘"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화면 요소를 스케치 순서대로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"상단에 제목, 상품 카드 6개(이름·가격·남은 재고·판매 버튼), 하단에 오늘 판매 수·인기 순위"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공통 디자인 규칙 (전 팀 동일)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"파란 계열, 모바일 우선, 버튼 크게, 아이콘 사용, 큰 글씨"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동작 규칙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"판매 버튼을 누르면 재고가 1 줄고 확인 메시지 표시"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프롬프트 : "매점 앱 이쁘게" → 모호하게 시키면 모호한 결과가 나와요. 스케치의 모든 요소를 문장에 담자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프롬프트와 생성 결과 비교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'스케치 → 문장 → 화면' 번역이 얼마나 정확했는지 눈으로 검사해요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완성한 프롬프트를 문서에 먼저 저장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Studio에 붙여넣기 전에 — 프롬프트도 팀의 산출물이에요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 Build에 붙여넣고 생성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스케치와 결과를 나란히 놓고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요소 · 다른 배치 · 이상한 문구를 목록으로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 목록을 하나씩 추가 지시로 해소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하나씩 — 뭉뚱그리면 엉뚱하게 바뀌어요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완성 화면을 캡처해 이 자리에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'Before → After' 재료가 돼요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입력 화면 (우리 팀 문장)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생성된 웹앱 1차 화면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프롬프트 문서 · 스케치 사진 · 1차 화면 캡처 — 이 3종이 '설계 과정 증거'로 평가에 반영돼요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원문 예시 — 매점팀 버전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화면·action 이름만 자기 것으로 교체 — 구조는 그대로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매점 관리 웹앱(PWA)을 만들어줘.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1 · 판매 화면 :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제목 "[3팀] 스마트 매점"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상품 카드 6개 : 이름, 가격, 남은 재고, [판매] 버튼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[판매]를 누르면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[웹앱 URL]?action=sell&amp;item=상품명 으로 요청하고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"판매 완료" 메시지를 잠깐 보여줘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2 · 통계 화면 :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오늘 판매 수와 인기 상품 순위 표시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[웹앱 URL]?action=stats 에서 가져와 표시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화면 1과 탭으로 전환되게 해줘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디자인 : 파란 계열, 모바일 우선,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크게, 글자 크게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화면별로 나눠 쓰면 AI가 화면 전환까지 만들어 줘요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action·item의 철자는 시트의 상품명·Apps Script 분기와 완전히 같아야 해요 (4회차 '이름 대조표'!)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경고·소리 등 하드웨어 반응은 프롬프트에 넣지 않아요 — 그건 시트 명령 셀과 ESP32의 몫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완성되면 4회차 방법으로 팀원 전원 폰에 PWA 설치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: 키 없는 공개 API(Open-Meteo 등)를 쓰고 싶은 팀은 "~API를 사용해서 …도 표시해줘" 한 문장을 추가하면 돼요 (4회차 심화 참고)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후 해야 할 일 — AI는 초안, 검토는 사람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스케치와 비교하며 다른 점 찾기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요소·이상한 배치를 목록으로 만들어 하나씩 추가 지시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보기로 구조 확인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2회차의 HTML·CSS·JS가 그대로 보여요 — id 이름들을 기록해 두면 연결할 때 편해요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전환·버튼을 직접 눌러보기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안 하는 버튼은 '아직 껍데기' — 4교시에 연결해요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과한 기능은 오히려 삭제 요청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"로그인 기능은 빼줘" — 범위 지키기는 여기서도 계속돼요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연결과 가짜 데이터 테스트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센서 없이도 화면은 완성할 수 있어요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Apps Script 뼈대 + 가짜 데이터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하드웨어보다 화면을 먼저 완성하는 개발 요령 — '가짜 데이터(mock)'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프로젝트용으로 확장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 = e.parameter.action;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"sell")   return sell(e);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"stats")  return stats();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"latest") return latest();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.createTextOutput("unknown");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아직 시트가 비었다면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가짜 데이터로 화면부터 확인 :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mock = {"cola": 7, "chip": 3};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renderStock(mock); // 화면 그리기 테스트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파라미터로 '요청 종류'를 구분 — 3회차 엔드포인트의 응용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sell·stats 같은 함수를 하나씩 채워가요 (6회차)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데이터로 화면 로직을 미리 검증 → 나중에 진짜 데이터로 교체만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완성선 : 화면이 그럴듯하게 '동작하는 척'까지!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산출물 체크 — 4종 세트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문서 3종 + 웹앱 1차 버전. 다음 주는 이 설계도대로 '시공'만 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명세서 (필수/추가/제외 + 기능별 부품)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스케치 (버튼별 동작 메모 포함)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설계서 (탭 구성 + 열 제목)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 웹앱 1차 버전 (가짜 데이터로 동작)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전원 폰에 PWA 설치 (4회차 방법)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검토 사인 받기 — 설계 승인 후 다음 주 착공!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질문 : 옆 팀이 우리 문서 3종만 보고 우리 시스템을 설명할 수 있나요? 없다면 아직 덜 구체적인 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확정하고 검증 가능한 기능 명세서를 썼어요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설계와 시트(데이터) 설계를 문서로 남겼어요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우리 프로젝트 웹앱 1차 버전을 만들었어요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데이터로 화면 동작을 검증했어요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6회차 : 심장을 연결해요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배선 확정 + 센서 캘리브레이션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→ 시트 → ESP32 엔드투엔드 완성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화면과 CSV까지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30분 : 기능 동결 선언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문서 3종을 팀 드라이브에 업로드 — 다음 주에 계속 꺼내 보게 돼요. 설계서는 만들고 끝이 아니라 '지도'다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5회차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2026-07-17T17:49:17Z</dcterms:created>
  <dcterms:modified xsi:type="dcterms:W3CDTF">2026-07-17T17:49:17Z</dcterms:modified>
</cp:coreProperties>
</file>