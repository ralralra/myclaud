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 리모컨 파일을 꺼내게 하며 시작해요. '오늘 이 파일이 진짜 리모컨이 됩니다!'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목표를 함께 읽고, 오늘은 인터넷 없이도 되는 실습임을 안내해 안심시켜요.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시작. 서버라는 단어에 겁먹지 않게 '한 문장이면 충분하다'고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식당 비유로 요청-응답을 설명하고, 유튜브도 같은 구조임을 강조해요. 'ESP32, 오늘부터 네가 서버다!'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모드와 Station 모드의 차이를 그림으로 설명해요. 오늘은 인터넷이 필요 없는 AP 모드!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함께 읽으며 softAP·server.on·handleClient의 역할을 짚어요. 팀 번호로 WiFi 이름을 바꾸게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폰 접속 5단계를 전체가 함께 진행해요. '인터넷 없음' 경고가 정상임을 미리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접속 성공 화면을 캡처하게 해요. 옆 사람 폰으로도 접속시켜 '여러 명 동시 접속'을 확인!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시작. '지난주 빈칸(fetch의 상대)이 오늘 채워집니다.'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 뒤 경로가 곧 명령임을 표로 설명해요. 다음 주 구글도 같은 원리라고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rawliteral에 지난주 HTML을 붙여넣는 과정을 시범 보여요. onclick이 fetch로 바뀐 부분을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코드의 4구역 지도를 함께 확인해요. 템플릿 파일과 비교하며 작업하게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터치부터 점등까지의 흐름을 그림으로 복기해요. 이 그림을 종이에 그려 보게 하는 게 오늘의 평가 과제예요.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 시작. 이번엔 반대 방향(보드→폰)임을 안내해요.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JSON을 '이름표 붙은 값 묶음'으로 설명해요. 브라우저로 /sensor를 직접 열어 보게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확인 후 입김 테스트로 숫자가 변하는지 관찰해요. '재료 먼저 검사'라는 구간 점검 습관을 강조!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setInterval과 폴링 개념을 설명해요. '실시간처럼 보이지만 2초짜리 질문의 반복'이라는 표현이 잘 통해요.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기상 스테이션 미션 15분. 심화(배경색 변경)는 빠른 팀에게 제안해요.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 시작. 오늘 배운 전부를 한 페이지에 담는 종합 미션을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리모컨 미션 25분. '하나 완성 → 테스트 → 다음 추가' 원칙을 순회하며 계속 상기시켜요. LCD로 인사 보내기가 하이라이트!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완성의 기쁨 뒤에 아쉬움 3가지를 조별 토론(5분)으로 끌어내요. 이 아쉬움이 다음 주의 예고편이에요.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빠른 팀에게만 선택 과제로 안내해요. 필수가 아님을 분명히!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막힘 사례를 공유해요. '브라우저로 주소 직접 열기'가 만능 점검법임을 강조해요.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성취를 함께 읽고, 다음 주 클라우드 예고로 마무리해요. 흐름도 사진 제출 리마인드!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/ 7회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웹서버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폰으로 보드를 조종해요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만든 웹페이지를 ESP32에 심어요 — 인터넷 없이, 내 보드가 곧 서버예요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서버란? · AP 모드 첫 접속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버튼으로 진짜 LED 제어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센서값을 웹 화면에 실시간으로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89136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: 내 손안의 리모컨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웹서버 — 내가 만든 웹페이지를 보드에서 구동 · 4시간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DF3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ESP32를 AP 모드로 설정해 자체 WiFi를 만들고, 스마트폰으로 접속할 수 있어요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 → ESP32 → LED·LCD로 이어지는 '제어 흐름'을 구현할 수 있어요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 → ESP32 → 웹 화면으로 이어지는 '표시 흐름(폴링)'을 구현할 수 있어요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 (50분 수업 + 10분 휴식)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2075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서버의 정체 · AP 모드 · 첫 'Hello' 페이지 접속 성공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HTML을 코드에 심기 · 엔드포인트 · LED 원격 제어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160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07808" y="4087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· 센서값 자동 갱신(폴링) · 미니 기상 스테이션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66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5093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'내 손안의 리모컨' · 한계 토론 · 심화(LittleFS)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서버의 정체 — 그리고 AP 모드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배우는 원리가 세상 모든 웹사이트의 원리예요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서버란 무엇일까요 — 한 문장이면 충분해요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= 요청을 받으면 응답하는 프로그램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식당에 비유하면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손님(스마트폰)이 주문(요청)하면 → 주방(서버)이 음식(응답)을 내줘요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웹에서는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브라우저가 주소를 열면(요청) → 서버가 HTML을 돌려준다(응답)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유튜브·네이버도 똑같아요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규모만 클 뿐, '요청 → 응답' 구조는 완전히 동일해요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선언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ESP32, 네가 오늘부터 서버예요 — 우리 팀 전용 미니 유튜브 본사!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원리는 4회차의 구글 Apps Script에서도, 나중에 어떤 개발을 하더라도 똑같이 반복돼요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모드 — ESP32가 공유기가 돼요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인터넷이 필요 없는 이유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평소의 WiFi (Station 모드)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공유기에 '접속하는' 쪽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공유기 → 인터넷으로 나가요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 WiFi가 막히면 곤란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4회차에 이 모드를 써요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1636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7668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6487668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WiFi (AP 모드)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24244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WiFi를 '만드는' 쪽!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ESP32에 직접 접속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인터넷이 전혀 필요 없어요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교실 어디서든 100% 동작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= Access Point(접속 지점). 폰 WiFi 목록에 우리 팀 이름이 뜨는 순간을 곧 보게 돼요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AP 모드 + 첫 웹서버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코드를 업로드하면 ESP32가 'Team1_IoT'라는 WiFi를 만들어요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&lt;WebServer.h&gt;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 server(80); // 80=웹 기본 문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WiFi.softAP("Team1_IoT", "12345678");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(WiFi이름, 비밀번호 8자 이상)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server.on("/", []() {  // 대문(/) 요청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server.send(200, "text/html",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"&lt;h1&gt;Hello ESP32!&lt;/h1&gt;");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server.begin();       // 영업 시작!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 server.handleClient(); 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softAP() 한 줄로 WiFi 생성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server.on("주소", 할일) : 주소별 응답 등록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send(200, 형식, 내용) : 200 = '정상 처리' 신호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handleClient() : 손님 왔나 계속 확인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번호로 WiFi 이름을 바꿔서 사용 (Team2_IoT...)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스마트폰으로 접속하기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7276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업로드하고 잠시 기다려요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WiFi를 켜는 데 몇 초 걸려요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420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43230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설정 → WiFi 목록에서 'Team1_IoT' 찾기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이름의 WiFi가 보여요!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1129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015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12345678 입력 후 연결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'인터넷 연결 없음' 경고가 떠도 정상 — 연결 유지 선택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27939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80560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708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주소창에 192.168.4.1 입력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4700016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모드에서 ESP32의 주소는 항상 이 번호예요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24865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4498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31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34009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'Hello ESP32!'가 뜨면 성공!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417320" y="5669280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폰이 방금 내 보드가 만든 웹페이지를 받아왔어요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자꾸 WiFi를 끊는다면? '모바일 데이터'를 잠시 끄면 해결 — 폰이 인터넷 되는 쪽으로 도망가는 것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접속 성공의 세 장면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화면이 모이면 '나만의 서버 개통' 완료예요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모니터로 AP 시작 확인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setup에 Serial.println(WiFi.softAPIP()); 를 넣으면 192.168.4.1이 찍혀요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WiFi 목록 새로고침 → 팀 WiFi 발견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보이면 잠시 기다렸어요 다시 스캔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입력 → '인터넷 없음' 경고 무시하고 연결 유지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정상이에요 — 우리는 인터넷이 아니라 ESP32에 접속하는 것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주소창에 192.168.4.1 입력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http:// 는 안 붙여도 돼요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Hello 화면 스크린샷 촬영 → 팀 채널 업로드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첫 산출물!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WiFi 목록 — Team○_IoT가 보이는 화면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 — 192.168.4.1 접속 성공 화면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옆 사람 폰으로도 접속시켜 보기 — 여러 명이 동시에 접속돼야 진짜 서버예요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버튼으로 진짜 LED 켜기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지난주의 리모컨.html이 드디어 진짜 리모컨이 돼요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엔드포인트 — 주소에 명령을 실어요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뒤에 붙는 경로가 곧 '요청서의 제목'이에요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192.168.4.1/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대문 — 웹페이지(HTML)를 주세요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192.168.4.1/led/on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 — LED를 켜 주세요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192.168.4.1/led/off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 — LED를 꺼 주세요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192.168.4.1/sensor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— 지금 센서값을 알려 주세요 (3교시)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server.on()을 주소마다 하나씩 등록하면 돼요 — 이것이 모든 웹 API의 원리이고, 다음 주 구글 Apps Script도 똑같아요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내 HTML 심기 + LED 엔드포인트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R"rawliteral( )" 사이에 지난주 HTML을 통째로 붙여넣어요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749808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699516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PAGE[] = R"rawliteral(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html&gt;&lt;html&gt;&lt;head&gt;...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onclick="fetch('/led/on')"&gt;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 켜기&lt;/button&gt;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onclick="fetch('/led/off')"&gt;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 끄기&lt;/button&gt;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...&lt;/html&gt; )rawliteral";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setup() 안에 추가 :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server.on("/", []() {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 "text/html", PAGE); });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server.on("/led/on", []() {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 "text/plain", "OK"); });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server.on("/led/off", []() {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LOW);</a:t>
            </a:r>
            <a:endParaRPr lang="en-US" sz="1050" dirty="0"/>
          </a:p>
          <a:p>
            <a:pPr indent="0" marL="0">
              <a:lnSpc>
                <a:spcPts val="1449"/>
              </a:lnSpc>
              <a:buNone/>
            </a:pPr>
            <a:r>
              <a:rPr lang="en-US" sz="10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 "text/plain", "OK"); });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75320" y="149961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75320" y="1938528"/>
            <a:ext cx="341071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rawliteral : 따옴표 걱정 없이 HTML을 통째로 담는 그릇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버튼의 onclick이 fetch('/led/on')로 변경 — 지난주의 '빈칸'이 채워졌어요!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요청이 오면 digitalWrite 실행 → 진짜 LED가 켜져요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지도 — 어디에 무엇을 붙여넣나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전체는 4개 구역으로 나뉘어요 — 구역만 지키면 절대 안 꼬여요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구역 1 · 맨 위 : #include와 전역 선언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WiFi.h, WebServer.h, 핀 #define, 그리고 PAGE[](HTML 그릇)가 여기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구역 2 · setup() 안 : 준비와 등록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pinMode → softAP → server.on 등록들 → server.begin() — 이 순서로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구역 3 · loop() 안 : 단 한 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server.handleClient(); 만 있으면 돼요 — delay를 넣으면 반응이 느려져요!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구역 4 · HTML 수정은 PAGE 안에서만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추가·문구 변경은 rawliteral 사이만 고쳐요 → 고치면 반드시 재업로드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배포된 템플릿 파일과 내 코드를 나란히 열어 두고, 구역별로 비교하며 작업해요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일어난 일 — 전체 흐름 복기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터치부터 LED 점등까지 0.1초 동안의 여행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1517904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1790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폰에서 [LED 켜기] 터치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29400" y="15179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onclick 발동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4852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4203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JS가 fetch('/led/on') 전송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29400" y="25420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 전파를 타고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68980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6616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요청 접수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server.on("/led/on") 매칭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3108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90288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9028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digitalWrite 실행 → LED 점등!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459028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"OK" 응답 회신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09760" y="1517904"/>
            <a:ext cx="2176272" cy="4837176"/>
          </a:xfrm>
          <a:prstGeom prst="roundRect">
            <a:avLst>
              <a:gd name="adj" fmla="val 4202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7007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꼭 볼 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65792" y="2139696"/>
            <a:ext cx="166420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그림을 종이에 직접 그려보는 것이 오늘의 평가 과제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IoT 제품(스마트 전구, 로봇청소기 앱)이 이 구조예요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글자 표시도 엔드포인트 하나면 추가 끝 — /lcd?msg=hello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센서값을 웹 화면에 — 폴링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이번엔 반대 방향 : 보드의 감각을 폰 화면으로 가져와요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 /sensor 엔드포인트 — JSON으로 응답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= 데이터를 주고받는 표준 문법 { "이름": 값 }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ESP32 쪽 : setup()에 추가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server.on("/sensor", []()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h = dht.readHumidity();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json = "{\"temp\":" + String(t)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",\"humi\":" + String(h) + "}";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"application/json", json);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응답 예시 :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{"temp":25.3,"humi":48.0}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JSON은 '이름표 붙은 값 묶음'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temp라는 이름표에 25.3이 담겨 와요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방식으로 조도·소음·거리도 추가 — 키트의 어떤 센서든 JSON에 담을 수 있어요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브라우저에서 192.168.4.1/sensor 직접 열어 확인해 봐요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JSON을 눈으로 직접 보기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갱신을 만들기 전에, 재료(JSON)가 제대로 나오는지 먼저 검사해요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주소창에 192.168.4.1/sensor 입력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웹페이지가 아니라 데이터 주소를 직접 여는 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{"temp":25.3,"humi":48.0} 확인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괄호·따옴표까지 이 모양 그대로여야 해요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새로고침을 몇 번 눌러 값 변화 관찰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누를 때마다 최신 측정값이 와요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센서에 입김을 불고 새로고침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습도 숫자가 확 오르면 센서도, 서버도 정상!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모양이 깨져 있으면 ESP32 코드의 따옴표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문법이 틀리면 다음 단계의 JS가 읽지 못해요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4142232"/>
          </a:xfrm>
          <a:prstGeom prst="roundRect">
            <a:avLst>
              <a:gd name="adj" fmla="val 2208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— /sensor JSON 응답 화면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구간 점검의 습관 : 화면(JS)을 의심하기 전에 재료(JSON)부터 확인 — 디버깅 시간이 절반으로 줘요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⑤ 웹에서 2초마다 자동 갱신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HTML의 &lt;script&gt;에 추가 — 이것이 '폴링(polling)'이에요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&lt;p&gt;온도: &lt;span id="t"&gt;--&lt;/span&gt; ℃&lt;/p&gt;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&lt;p&gt;습도: &lt;span id="h"&gt;--&lt;/span&gt; %&lt;/p&gt;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update()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fetch("/sensor");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 = await res.json();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document.getElementById("t")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d.temp;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document.getElementById("h")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d.humi;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setInterval(update, 2000); // 2초마다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setInterval(함수, 2000) : 2초마다 반복 실행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fetch로 묻고 → json으로 풀고 → 화면에 써요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폴링 = 주기적으로 '지금 어때?' 물어보기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실시간처럼 보이지만 사실은 2초짜리 질문의 반복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클라우드 구조도 같은 폴링 원리예요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① 미니 기상 스테이션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화면에 교실의 온도·습도가 2초마다 자동으로 갱신되어 표시돼요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/sensor 엔드포인트가 JSON 정상 응답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숫자가 자동으로 변해요 (센서에 입김 불어 테스트!)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: 조도 값도 추가하고, 온도 28℃ 이상이면 화면 배경을 빨갛게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바꾸기 : if (d.temp &gt; 28) document.body.style.background = "#FBECEC";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— 내 손안의 리모컨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모든 것을 한 페이지에 담아요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② 내 손안의 리모컨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한 화면에서 : LED 켜기/끄기 + 입력한 글자를 교실 LCD로 전송 + 온습도 실시간 표시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켜기/끄기 버튼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입력창 + [보내기] 버튼 → 그 글자가 교실 LCD에 표시 (/lcd 엔드포인트)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 2초 자동 갱신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폰 최소 2대에서 동시 접속 성공 — 서로 LCD에 인사를 보내 봐요!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 완성 → 테스트 → 다음 추가! LCD는 server.arg("msg")로 글자를 꺼내 lcd.print, 웹은 fetch('/lcd?msg=' + 입력값) — 한 번에 다 넣으면 어디서 틀렸는지 못 찾아요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토론 — 그런데 말입니다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완성의 기쁨 뒤에 숨은 3가지 아쉬움 (조별 토론 5분)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시스템의 한계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전원을 끄면 측정 기록이 모두 증발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통계? 그래프? 저장이 안 되니 불가능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WiFi 범위(교실) 밖에선 접속 불가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집에서 우리 화분 상태를 볼 수 없어요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1636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7668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6487668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있으면 해결될까요?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24244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켜져 있는 저장소가 필요해요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어디서든 접속되는 '중간 장소'가 필요해요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클라우드!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: 구글 시트가 그 역할을 맡아요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아쉬움이 바로 다음 주 수업이 존재하는 이유예요 — 기술은 언제나 '불편함'에서 태어나요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심화(선택) — LittleFS로 파일 분리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빨리 끝난 팀을 위한 도전 과제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방식의 불편함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HTML을 코드 문자열에 넣으니 수정할 때마다 재업로드 — 코드도 지저분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LittleFS란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내부의 작은 저장공간 — HTML 파일을 '파일 그대로' 넣을 수 있어요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실무의 원칙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화면(HTML)과 두뇌(C 코드)를 분리하면 각자 따로 고칠 수 있어요 — 협업의 시작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도구 설치가 필요하므로 교사에게 요청 — 필수 아님, 궁금한 팀만!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3회차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WiFi 목록에 팀 WiFi가 안 보여요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0" y="1463040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성공 확인 → 보드 리셋(EN 버튼) → 비밀번호 8자 이상인지 확인(짧으면 AP 생성 실패)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연결은 됐는데 페이지가 안 열려요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78608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670048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192.168.4.1 정확히 입력(http:// 없이 OK), 폰 모바일 데이터 끄기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05656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877056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버튼은 눌리는데 LED가 안 켜져요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785616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87705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브라우저에서 192.168.4.1/led/on 을 주소로 직접 열어보기 — 열리면 JS 문제, 안 열리면 server.on 등록 문제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992624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12664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08406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rawliteral 부분에서 컴파일 에러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4992624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5084064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R"rawliteral( 과 )rawliteral" 짝 확인 — HTML 안에 )rawliteral" 글자가 있으면 안 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'서버 = 요청받으면 응답하는 프로그램'을 체험으로 이해했어요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ESP32를 AP 모드 서버로 만들어 폰으로 접속했어요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 → 하드웨어 제어, 센서 → 웹 표시(폴링) 양방향을 완성했어요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 없이 동작하는 나만의 IoT 시스템을 가졌어요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1488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: 클라우드 확장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한계(저장·통계·원거리)를 해결해요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 = 우리의 데이터베이스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= 구글 위의 server.on()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웹앱을 '생성'하는 경험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그린 '요청-응답 흐름도'를 사진 찍어 제출 — 이 그림 한 장이 웹 개발의 전부예요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3회차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2026-07-17T17:49:16Z</dcterms:created>
  <dcterms:modified xsi:type="dcterms:W3CDTF">2026-07-17T17:49:16Z</dcterms:modified>
</cp:coreProperties>
</file>