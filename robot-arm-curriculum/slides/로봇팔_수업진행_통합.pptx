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937760"/>
            <a:ext cx="3474720" cy="347472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6888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진로수업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아두이노 6자유도 로봇팔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로봇팔로 배우는 스마트 자동화 · 진로 탐색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 × 6회  ·  하나씩 완성해 가는 성취형 수업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로드맵 — 6회의 여정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회차마다 '오늘 완성한 것'을 손에 쥐고 돌아갑니다.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777240" cy="77724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로봇팔을 내 손으로 움직인다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조종 + 관절 지도 완성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993392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59552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읽고 내 팔로 길들인다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0872" y="3108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안정 홈 자세 세팅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1993392"/>
            <a:ext cx="777240" cy="77724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13064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427464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집어 옮긴다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58784" y="3108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수동 Pick &amp; Place 성공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507992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5079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4526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로봇과 대화하고 기록한다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56235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포즈 데이터 완성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416552" y="42519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507992"/>
            <a:ext cx="777240" cy="77724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45152" y="45079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559552" y="4526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함수로 자동화한다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90872" y="56235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버튼 원클릭 자동화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284464" y="42519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13064" y="4507992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13064" y="45079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427464" y="4526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미션 &amp; 데모데이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558784" y="56235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작품 완성 + 진로 발표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· 하드웨어 기준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1051560"/>
          </a:xfrm>
          <a:prstGeom prst="roundRect">
            <a:avLst>
              <a:gd name="adj" fmla="val 7826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4813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그리퍼(6번)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1901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열림 0°  /  닫힘 90°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6035040" cy="1051560"/>
          </a:xfrm>
          <a:prstGeom prst="roundRect">
            <a:avLst>
              <a:gd name="adj" fmla="val 7826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761488"/>
            <a:ext cx="685800" cy="6858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614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↔️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2688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1~5번 서보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4592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90°  (0~180°)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6035040" cy="1051560"/>
          </a:xfrm>
          <a:prstGeom prst="roundRect">
            <a:avLst>
              <a:gd name="adj" fmla="val 7826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968496"/>
            <a:ext cx="685800" cy="6858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9684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🔘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45920" y="38953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버튼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43159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조이스틱 SW → 디지털 7번 + GND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992624"/>
            <a:ext cx="6035040" cy="1051560"/>
          </a:xfrm>
          <a:prstGeom prst="roundRect">
            <a:avLst>
              <a:gd name="adj" fmla="val 7826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175504"/>
            <a:ext cx="685800" cy="6858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17550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🔌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45920" y="51023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45920" y="55229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전원 권장 (떨림 방지)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858000" y="1371600"/>
            <a:ext cx="4754880" cy="4828032"/>
          </a:xfrm>
          <a:prstGeom prst="roundRect">
            <a:avLst>
              <a:gd name="adj" fmla="val 1731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1600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 안전 수칙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228600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중 관절 사이에 손을 넣지 않기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실행은 MIN/MAX로 가동범위를 좁혀 테스트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전원·GND 연결을 확실히 (공통 접지)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 발생 시 외부 전원부터 점검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로봇팔을 내 손으로 움직인다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조종 가능한 로봇팔 + 관절 지도 완성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로봇팔을 내 손으로 움직인다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관절 구조와 서보의 역할을 이해하고 정밀 조작의 감을 잡는다.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하드웨어 엔지니어 — 로봇을 만들고 정비하는 사람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워밍업 게임 — 30초 안에 그리퍼로 목표 지점 터치! + 컵 옮기기 타임어택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오프닝 · 진로 훅 (완성 미리보기)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15–35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· 배선 + 관절 매핑표 채우기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35–75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조작 실습 + 워밍업 게임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75–105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조작 챌린지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확인 · 성찰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읽고 내 팔로 길들인다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내 팔 전용 안정 홈 자세 세팅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읽고 내 팔로 길들인다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구조(setup/loop·핀·각도)를 읽고 값 수정의 영향을 안다.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· 임베디드 개발자 — 값을 조정해 기계를 최적화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탐정 — delay·MAX·PIN을 바꿔 무슨 일이 나는지 알아내기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· 오늘 완성물 예고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10–35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해석표 (값 찾기)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35–65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탐정 실험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65–100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포지션 만들기 (초기각 수정)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 점검 · 진로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집어 옮긴다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수동 Pick &amp; Place 성공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집어 옮긴다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01·02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 각도를 조절하고, 작업을 순서로 분해한다.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자동화 · 스마트팩토리 — 집고 옮기는 공정 설계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분류 타임어택 — A구역 → B구역, 가장 빠르고 정확하게!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· 예고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10–40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 장인 (물체별 집기 실험)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40–70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순서 설계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70–105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분류 타임어택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확인 · 진로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로봇과 대화하고 자세를 기록한다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나만의 포즈 데이터 (HOME/PICK/PLACE)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로봇과 대화하고 자세를 기록한다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시리얼 통신을 이해하고 동작을 '숫자(데이터)'로 기록한다.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티칭 · 데이터 — 로봇에게 자세를 가르치는 작업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 사진사 — 멋진 포즈를 각도값으로 캡처해 친구와 교환·재현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· 예고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10–35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Serial 추가 · 각도 읽기(p)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35–65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 사진사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65–105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포즈 카드 완성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 확인 · 진로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절정  ·  5회차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함수로 자동화한다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버튼 한 번에 자동 동작 완성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함수로 자동화한다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03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함수·매개변수·재사용을 이해하고 함수 합성으로 자동화한다.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엔지니어 — 반복노동을 코드로 대체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원클릭 공장 — 버튼 한 번에 집기→옮기기→놓기 자동! 10회 성공률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· 완성물 시연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10–40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만들기 (gripper·goHome·moveTo)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40–75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autoPickAndPlace 조립 (시리얼 먼저)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75–105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연결 · 원클릭 완성 · 튜닝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확인 · 진로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미션 &amp; 데모데이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팀 작품 완성 · 시연 + 진로 발표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미션 &amp; 데모데이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03·04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것을 종합해 문제를 정의·해결하고 진로와 연결한다.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진로 설계 — 내가 없애고 싶은 반복노동은?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미션 자유 설계 → 데모데이 시연 · 촬영 → 진로 발표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선택 · 설계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15–70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· 반복 튜닝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70–95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데모데이 (시연 · 촬영)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95–115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 발표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자기평가 · 마무리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6회차 미션 메뉴 — 팀이 고른다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70992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09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스피드런 / 타임어택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44568" y="170992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1709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94960" y="14173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사격 (칸 넣기)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39328" y="1709928"/>
            <a:ext cx="713232" cy="713232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1709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89720" y="14173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타워 / 컵 피라미드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21868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186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2926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색깔·모양 분류 (스마트팩토리)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43400" y="29260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44568" y="321868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44568" y="32186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94960" y="2926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깨지기 쉬운 화물 운반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38160" y="29260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39328" y="3218688"/>
            <a:ext cx="713232" cy="713232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9328" y="32186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✒️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89720" y="2926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 캘리그래피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472744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7274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🏀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00200" y="44348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 농구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43400" y="443484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44568" y="472744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44568" y="47274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394960" y="44348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 협동 컨베이어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138160" y="443484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39328" y="4727448"/>
            <a:ext cx="713232" cy="713232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39328" y="47274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💃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189720" y="44348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 군무 (함수 합성)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188720"/>
            <a:ext cx="3657600" cy="365760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진로수업을 관통하는 4가지 장치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28600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5740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완성의 사다리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57400" y="26060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매회 '오늘 된 것'을 확인 → 성취감 누적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28600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54380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3800" y="26060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미션을 직접 고르고 설계 → 자율성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8992" y="425196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78992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574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렌즈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57400" y="457200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매회 '이 활동 = 어떤 어른의 밥벌이?'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425196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65392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438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기록의 자산화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3800" y="457200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= 진로 포트폴리오 · 생기부 근거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완성품을 보여주지 말고, 하나씩 완성하게 하라.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2026-07-21T11:47:32Z</dcterms:created>
  <dcterms:modified xsi:type="dcterms:W3CDTF">2026-07-21T11:47:32Z</dcterms:modified>
</cp:coreProperties>
</file>